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BloodLine-Analysis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CCCC"/>
                </a:solidFill>
              </a:defRPr>
            </a:pPr>
            <a:r>
              <a:t>数据血缘分析与可视化平台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项目背景与挑战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系统架构设计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核心功能介绍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技术实现亮点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应用价值与成果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未来发展规划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项目背景与挑战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数据链路复杂：ETL作业（Kettle）、Java代码、FineReport报表多方参与数据处理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血缘关系黑盒化：表与表之间的数据流向难以追踪，影响影响分析和故障排查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元数据分散：MySQL 6个业务库（DM/DP/DPINC/FRMS/HQ/SG）的表结构和视图定义缺乏统一视图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缺乏可视化工具：开发人员无法直观查看数据从哪来、到哪去、经过了哪些加工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数据治理需求：需要支持血缘同步到 MySQL DM.t_relationship 供下游系统消费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系统架构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8229600" cy="10972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前端展示层</a:t>
            </a:r>
            <a:br/>
            <a:r>
              <a:t>React + Vite | 表级血缘图谱 | 调度查看 | 模糊搜索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8229600" cy="10972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API 服务层</a:t>
            </a:r>
            <a:br/>
            <a:r>
              <a:t>FastAPI | 血缘扫描引擎 | 血缘查询服务 | Excel导出 | MySQL同步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8229600" cy="10972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数据解析层</a:t>
            </a:r>
            <a:br/>
            <a:r>
              <a:t>Kettle Repo解析 | Java代码SQL提取 | FineReport SQL解析 | MySQL元数据采集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8229600" cy="109728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数据源层</a:t>
            </a:r>
            <a:br/>
            <a:r>
              <a:t>Kettle作业仓库(.repo) | Java源码 | MySQL视图定义 | FineReport报表库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核心功能 — 多源血缘采集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7E"/>
                </a:solidFill>
              </a:defRPr>
            </a:pPr>
            <a:r>
              <a:t>结构化数据源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Kettle ETL 作业：解析 .repo XML 文件，提取 Transformation Step 和 Job Entry 的 SQL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MySQL 元数据：扫描 6 个业务库，采集表结构、视图定义（VIEW）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FineReport 报表：读取 frms.comm_finereport_record_details，解析 data_sql 中的来源表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7E"/>
                </a:solidFill>
              </a:defRPr>
            </a:pPr>
            <a:r>
              <a:t>代码数据源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Java 源码分析：静态解析 Java 文件中的 SQL 语句，提取读写表关系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SQL 智能提取：支持 SELECT/INSERT/UPDATE/DELETE 多类型语句的表名识别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字段级血缘：解析 SQL 列映射关系，构建字段级 READS/WRITES 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核心功能 — 血缘关系构建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Actor-Scope 配对机制：同一 Transformation 内跨 Step 配对 READS/WRITES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Job Entry 级隔离：同一 Job 内不同 Entry 的 READS/WRITES 互不干扰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FLOWS_TO 推导：基于共享 Actor 推导表级数据流（Table Flow）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视图血缘：自动解析 MySQL 视图定义，建立视图 → 源表的 FLOWS_TO 关系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报表血缘：FineReport 数据集与来源表建立 FLOWS_TO，标记 source=finereport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图数据模型：Node（表/作业/模块）+ Edge（READS/WRITES/CALLS/FLOWS_TO）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核心功能 — 前端可视化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7E"/>
                </a:solidFill>
              </a:defRPr>
            </a:pPr>
            <a:r>
              <a:t>血缘图谱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表详情页：展示单张表的上游来源和下游去向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自环检测：自动发现表指向自身的异常血缘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闭环检测：识别多表循环依赖链路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7E"/>
                </a:solidFill>
              </a:defRPr>
            </a:pPr>
            <a:r>
              <a:t>调度查看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血缘列表：平铺展示所有表级血缘关系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模糊搜索：支持按来源表名、目标表名模糊过滤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Actor 归因：自动标注血缘的加工方（Kettle Job / Java 模块 / FineReport）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核心功能 — 血缘同步与导出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MySQL 血缘同步：将 SQLite FLOWS_TO 边批量写入 DM.t_relationship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Excel 导出：支持全量血缘关系导出为 Excel 报表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扫描历史：记录每次扫描的输入参数、状态、耗时，支持回溯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失败追踪：扫描过程中记录解析失败（SQL 语法错误、文件缺失等）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技术实现亮点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7E"/>
                </a:solidFill>
              </a:defRPr>
            </a:pPr>
            <a:r>
              <a:t>解析引擎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多层 Actor Scope：transformation 级 collapse vs job entry 级隔离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Schema 感知：统一规范化表名（schema.table），处理大小写差异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别名解析：基于 MySQL 元数据建立表名别名映射，提高识别准确率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7E"/>
                </a:solidFill>
              </a:defRPr>
            </a:pPr>
            <a:r>
              <a:t>工程实践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FastAPI + SQLAlchemy：异步 ORM，支持事务性批量写入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Graph State 重置：每次全量扫描前清理旧图，保证数据一致性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模块化设计：采集/构建/查询/导出/同步各司其职，易于扩展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应用价值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影响分析：数据表变更时，快速定位所有下游依赖，降低变更风险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故障排查：数据异常时，追溯数据来源链路，定位问题根因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数据治理：建立统一的数据资产地图，辅助数据分类分级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合规审计：提供完整的数据流转记录，满足数据安全审计要求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知识沉淀：将分散在 ETL 脚本和代码中的隐性知识显性化、可视化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未来发展规划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增量扫描：支持按时间戳或变更集进行增量血缘更新，提升扫描效率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字段级血缘可视化：在前端展示列级别的数据流向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血缘质量评分：基于覆盖率、准确率等指标评估血缘数据质量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告警订阅：数据链路断裂或异常时自动推送告警通知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●  多数据源扩展：支持 Hive、ClickHouse、Oracle 等更多数据库的血缘采集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CCCC"/>
                </a:solidFill>
              </a:defRPr>
            </a:pPr>
            <a:r>
              <a:t>BloodLine-Analysis 数据血缘平台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